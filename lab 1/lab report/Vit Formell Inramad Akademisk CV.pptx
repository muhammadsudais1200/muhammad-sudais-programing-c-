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Montserrat Extra-Light" charset="1" panose="00000300000000000000"/>
      <p:regular r:id="rId7"/>
    </p:embeddedFont>
    <p:embeddedFont>
      <p:font typeface="Montserrat Bold" charset="1" panose="00000800000000000000"/>
      <p:regular r:id="rId8"/>
    </p:embeddedFont>
    <p:embeddedFont>
      <p:font typeface="Montserrat Semi-Bold" charset="1" panose="000007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824" y="553059"/>
            <a:ext cx="7337647" cy="9561297"/>
          </a:xfrm>
          <a:custGeom>
            <a:avLst/>
            <a:gdLst/>
            <a:ahLst/>
            <a:cxnLst/>
            <a:rect r="r" b="b" t="t" l="l"/>
            <a:pathLst>
              <a:path h="9561297" w="7337647">
                <a:moveTo>
                  <a:pt x="0" y="0"/>
                </a:moveTo>
                <a:lnTo>
                  <a:pt x="7337647" y="0"/>
                </a:lnTo>
                <a:lnTo>
                  <a:pt x="7337647" y="9561297"/>
                </a:lnTo>
                <a:lnTo>
                  <a:pt x="0" y="956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907" r="0" b="-1090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2407" y="1028912"/>
            <a:ext cx="2270274" cy="6530244"/>
            <a:chOff x="0" y="0"/>
            <a:chExt cx="3027031" cy="87069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553664"/>
              <a:ext cx="724759" cy="63797"/>
            </a:xfrm>
            <a:custGeom>
              <a:avLst/>
              <a:gdLst/>
              <a:ahLst/>
              <a:cxnLst/>
              <a:rect r="r" b="b" t="t" l="l"/>
              <a:pathLst>
                <a:path h="63797" w="724759">
                  <a:moveTo>
                    <a:pt x="0" y="0"/>
                  </a:moveTo>
                  <a:lnTo>
                    <a:pt x="724759" y="0"/>
                  </a:lnTo>
                  <a:lnTo>
                    <a:pt x="724759" y="63797"/>
                  </a:lnTo>
                  <a:lnTo>
                    <a:pt x="0" y="6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518021" r="0" b="-51802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973" y="5061311"/>
              <a:ext cx="724759" cy="63797"/>
            </a:xfrm>
            <a:custGeom>
              <a:avLst/>
              <a:gdLst/>
              <a:ahLst/>
              <a:cxnLst/>
              <a:rect r="r" b="b" t="t" l="l"/>
              <a:pathLst>
                <a:path h="63797" w="724759">
                  <a:moveTo>
                    <a:pt x="0" y="0"/>
                  </a:moveTo>
                  <a:lnTo>
                    <a:pt x="724759" y="0"/>
                  </a:lnTo>
                  <a:lnTo>
                    <a:pt x="724759" y="63797"/>
                  </a:lnTo>
                  <a:lnTo>
                    <a:pt x="0" y="6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518021" r="0" b="-518021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973" y="7260134"/>
              <a:ext cx="724759" cy="63797"/>
            </a:xfrm>
            <a:custGeom>
              <a:avLst/>
              <a:gdLst/>
              <a:ahLst/>
              <a:cxnLst/>
              <a:rect r="r" b="b" t="t" l="l"/>
              <a:pathLst>
                <a:path h="63797" w="724759">
                  <a:moveTo>
                    <a:pt x="0" y="0"/>
                  </a:moveTo>
                  <a:lnTo>
                    <a:pt x="724759" y="0"/>
                  </a:lnTo>
                  <a:lnTo>
                    <a:pt x="724759" y="63797"/>
                  </a:lnTo>
                  <a:lnTo>
                    <a:pt x="0" y="6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518021" r="0" b="-5180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973" y="1163083"/>
              <a:ext cx="3001765" cy="197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93"/>
                </a:lnSpc>
              </a:pPr>
              <a:r>
                <a:rPr lang="en-US" sz="924" spc="157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FORSKNINGSKOORDINATOR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627" y="19050"/>
              <a:ext cx="3001765" cy="833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7"/>
                </a:lnSpc>
              </a:pPr>
              <a:r>
                <a:rPr lang="en-US" b="true" sz="2188" spc="87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HENRIETTA MÅRTENSSON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20021"/>
              <a:ext cx="3002637" cy="24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b="true" sz="1167" spc="116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PERSONLIG PROFIL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654" y="2832648"/>
              <a:ext cx="3016404" cy="96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Jag är en engagerad forskare med utmärkta kommunikationsfärdigheter. Jag har expertis och erfarenhet i ett flertal områden, som antropolgi och konststudier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973" y="4392963"/>
              <a:ext cx="3002637" cy="478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b="true" sz="1167" spc="116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PRISER &amp;</a:t>
              </a:r>
            </a:p>
            <a:p>
              <a:pPr algn="l">
                <a:lnSpc>
                  <a:spcPts val="1400"/>
                </a:lnSpc>
              </a:pPr>
              <a:r>
                <a:rPr lang="en-US" b="true" sz="1167" spc="116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UTMÄRKELSER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627" y="5340296"/>
              <a:ext cx="3016404" cy="96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Fått priset Björkstads bästa forskare - Augusti 2016 publicerade "Enhetlighet och diversitet i den moderna eran: En studie om sociala medie-plattformar" - juli 2017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973" y="6826492"/>
              <a:ext cx="3002637" cy="24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b="true" sz="1167" spc="116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KONTAKTUPPGIFTER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627" y="7529594"/>
              <a:ext cx="3016404" cy="1094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9"/>
                </a:lnSpc>
              </a:pPr>
              <a:r>
                <a:rPr lang="en-US" sz="899" spc="17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Hem: 078-456 78 90</a:t>
              </a:r>
            </a:p>
            <a:p>
              <a:pPr algn="l">
                <a:lnSpc>
                  <a:spcPts val="1349"/>
                </a:lnSpc>
              </a:pPr>
              <a:r>
                <a:rPr lang="en-US" sz="899" spc="17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Mobil: 078-456 78 90 hej@kanonsajt.se www.kanonsajt.se </a:t>
              </a:r>
            </a:p>
            <a:p>
              <a:pPr algn="l">
                <a:lnSpc>
                  <a:spcPts val="1349"/>
                </a:lnSpc>
              </a:pPr>
              <a:r>
                <a:rPr lang="en-US" sz="899" spc="17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Någon gata 123, 671 91 Någon stad, Sverige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342125" y="1088864"/>
            <a:ext cx="3585441" cy="2516352"/>
            <a:chOff x="0" y="0"/>
            <a:chExt cx="4780588" cy="33551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448824"/>
              <a:ext cx="724759" cy="63797"/>
            </a:xfrm>
            <a:custGeom>
              <a:avLst/>
              <a:gdLst/>
              <a:ahLst/>
              <a:cxnLst/>
              <a:rect r="r" b="b" t="t" l="l"/>
              <a:pathLst>
                <a:path h="63797" w="724759">
                  <a:moveTo>
                    <a:pt x="0" y="0"/>
                  </a:moveTo>
                  <a:lnTo>
                    <a:pt x="724759" y="0"/>
                  </a:lnTo>
                  <a:lnTo>
                    <a:pt x="724759" y="63796"/>
                  </a:lnTo>
                  <a:lnTo>
                    <a:pt x="0" y="63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518021" r="0" b="-5180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684052"/>
              <a:ext cx="4780588" cy="245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1"/>
                </a:lnSpc>
              </a:pPr>
              <a:r>
                <a:rPr lang="en-US" b="true" sz="1021" spc="20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Forskningskoordinator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26158"/>
              <a:ext cx="4780588" cy="21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86"/>
                </a:lnSpc>
              </a:pPr>
              <a:r>
                <a:rPr lang="en-US" b="true" sz="924" spc="64">
                  <a:solidFill>
                    <a:srgbClr val="323232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Forskningshuset AB. (2017- idag)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347263"/>
              <a:ext cx="4780588" cy="569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Organiserar och genomför intervjuer med klienter och deltagare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Utvärderar resurser och producerade resultat i tid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Förbereder forskningspublikationer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4780588" cy="24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b="true" sz="1167" spc="116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ARBETSLIVSERFARENHET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116993"/>
              <a:ext cx="4780588" cy="245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1"/>
                </a:lnSpc>
              </a:pPr>
              <a:r>
                <a:rPr lang="en-US" b="true" sz="1021" spc="20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Forskningsassistent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459099"/>
              <a:ext cx="4780588" cy="21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86"/>
                </a:lnSpc>
              </a:pPr>
              <a:r>
                <a:rPr lang="en-US" b="true" sz="924" spc="64">
                  <a:solidFill>
                    <a:srgbClr val="323232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Grushuset AB (2014 - 2017)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780204"/>
              <a:ext cx="4780588" cy="569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Ansvarig för att följa fastställda riktlinjer och samla relevanta data för projekt- och rapporter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Assisterade seniorforskare på intervjuer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342125" y="4294034"/>
            <a:ext cx="3585441" cy="3113000"/>
            <a:chOff x="0" y="0"/>
            <a:chExt cx="4780588" cy="41506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448824"/>
              <a:ext cx="724759" cy="63797"/>
            </a:xfrm>
            <a:custGeom>
              <a:avLst/>
              <a:gdLst/>
              <a:ahLst/>
              <a:cxnLst/>
              <a:rect r="r" b="b" t="t" l="l"/>
              <a:pathLst>
                <a:path h="63797" w="724759">
                  <a:moveTo>
                    <a:pt x="0" y="0"/>
                  </a:moveTo>
                  <a:lnTo>
                    <a:pt x="724759" y="0"/>
                  </a:lnTo>
                  <a:lnTo>
                    <a:pt x="724759" y="63796"/>
                  </a:lnTo>
                  <a:lnTo>
                    <a:pt x="0" y="63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518021" r="0" b="-51802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0" y="684052"/>
              <a:ext cx="4780588" cy="245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1"/>
                </a:lnSpc>
              </a:pPr>
              <a:r>
                <a:rPr lang="en-US" b="true" sz="1021" spc="20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Björkstad Universitet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026158"/>
              <a:ext cx="4780588" cy="21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86"/>
                </a:lnSpc>
              </a:pPr>
              <a:r>
                <a:rPr lang="en-US" b="true" sz="924" spc="64">
                  <a:solidFill>
                    <a:srgbClr val="323232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Kandidatexamen i Antropologi, juni 2014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347263"/>
              <a:ext cx="4780588" cy="767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Ordförande, Dorado Universitet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Vice ordförande, Antropologiklubben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Medlem och frivillig på Studentcentret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Medlem i frisbee-laget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4780588" cy="24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b="true" sz="1167" spc="116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UTBILDNING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2319581"/>
              <a:ext cx="4780588" cy="245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1"/>
                </a:lnSpc>
              </a:pPr>
              <a:r>
                <a:rPr lang="en-US" b="true" sz="1021" spc="20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Sandvikens gymnasium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2671213"/>
              <a:ext cx="4780588" cy="18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6"/>
                </a:lnSpc>
              </a:pPr>
              <a:r>
                <a:rPr lang="en-US" b="true" sz="851" spc="59">
                  <a:solidFill>
                    <a:srgbClr val="323232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Studentexamen, avgångsår 2010, hedersutmärkelse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2982793"/>
              <a:ext cx="4780588" cy="1162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Ordförande i studentrådet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Vice ordförande i Miljöklubben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Medlem i mattegruppen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Medlem i vandringsgruppen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Medlem i JV Rugby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Medlem i simlaget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342125" y="8078533"/>
            <a:ext cx="3585441" cy="1403232"/>
            <a:chOff x="0" y="0"/>
            <a:chExt cx="4780588" cy="18709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448824"/>
              <a:ext cx="724759" cy="63797"/>
            </a:xfrm>
            <a:custGeom>
              <a:avLst/>
              <a:gdLst/>
              <a:ahLst/>
              <a:cxnLst/>
              <a:rect r="r" b="b" t="t" l="l"/>
              <a:pathLst>
                <a:path h="63797" w="724759">
                  <a:moveTo>
                    <a:pt x="0" y="0"/>
                  </a:moveTo>
                  <a:lnTo>
                    <a:pt x="724759" y="0"/>
                  </a:lnTo>
                  <a:lnTo>
                    <a:pt x="724759" y="63796"/>
                  </a:lnTo>
                  <a:lnTo>
                    <a:pt x="0" y="63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518021" r="0" b="-5180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0" y="703102"/>
              <a:ext cx="4780588" cy="1162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Microsoft Office programmen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Redigering av text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Extensiv kunskap i Antropologi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Forskning- och datainsamling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Datautvärdering</a:t>
              </a:r>
            </a:p>
            <a:p>
              <a:pPr algn="l">
                <a:lnSpc>
                  <a:spcPts val="1240"/>
                </a:lnSpc>
              </a:pPr>
              <a:r>
                <a:rPr lang="en-US" sz="826" spc="16">
                  <a:solidFill>
                    <a:srgbClr val="323232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- Bra kommunikationsfärdigheter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-9525"/>
              <a:ext cx="4780588" cy="24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b="true" sz="1167" spc="116">
                  <a:solidFill>
                    <a:srgbClr val="3232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KOMPETENSER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DAG7mThJIZE</dc:identifier>
  <dcterms:modified xsi:type="dcterms:W3CDTF">2011-08-01T06:04:30Z</dcterms:modified>
  <cp:revision>1</cp:revision>
  <dc:title>Vit Formell Inramad Akademisk CV</dc:title>
</cp:coreProperties>
</file>